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" y="502920"/>
            <a:ext cx="88696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STRATEGY DOCUMENT — 2026.04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spc="300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 GARAGE</a:t>
            </a:r>
            <a:endParaRPr lang="en-US" sz="5200" dirty="0"/>
          </a:p>
          <a:p>
            <a:pPr indent="0" marL="0">
              <a:buNone/>
            </a:pPr>
            <a:r>
              <a:rPr lang="en-US" sz="5200" spc="300" kern="0" dirty="0">
                <a:solidFill>
                  <a:srgbClr val="9A7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まれしゃ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spc="100" kern="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稀車屋として戦う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spc="100" kern="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Webサイト戦略 &amp; ブランドコンセプト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658368"/>
            <a:ext cx="2423160" cy="1920240"/>
          </a:xfrm>
          <a:prstGeom prst="rect">
            <a:avLst/>
          </a:prstGeom>
          <a:solidFill>
            <a:srgbClr val="FFF3DF"/>
          </a:solidFill>
          <a:ln w="12700">
            <a:solidFill>
              <a:srgbClr val="B889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658368"/>
            <a:ext cx="45720" cy="1920240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68580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稀車であることは</a:t>
            </a:r>
            <a:endParaRPr lang="en-US" sz="11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大前提。</a:t>
            </a:r>
            <a:endParaRPr lang="en-US" sz="1100" dirty="0"/>
          </a:p>
          <a:p>
            <a:pPr algn="l" indent="0" marL="0">
              <a:lnSpc>
                <a:spcPct val="160000"/>
              </a:lnSpc>
              <a:buNone/>
            </a:pPr>
            <a:endParaRPr lang="en-US" sz="11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その上に、人と</a:t>
            </a:r>
            <a:endParaRPr lang="en-US" sz="11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物語を乗せる。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703320"/>
            <a:ext cx="8503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794760"/>
            <a:ext cx="2011680" cy="100584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794760"/>
            <a:ext cx="2011680" cy="36576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858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7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稀車屋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4315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ポジション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3794760"/>
            <a:ext cx="2011680" cy="100584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3794760"/>
            <a:ext cx="2011680" cy="36576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17" name="Text 15"/>
          <p:cNvSpPr/>
          <p:nvPr/>
        </p:nvSpPr>
        <p:spPr>
          <a:xfrm>
            <a:off x="2514600" y="3858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7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人・物語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14600" y="4315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差別化軸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3794760"/>
            <a:ext cx="2011680" cy="100584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794760"/>
            <a:ext cx="2011680" cy="36576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858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7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ショート動画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4315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集客手段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12280" y="3794760"/>
            <a:ext cx="2011680" cy="100584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3794760"/>
            <a:ext cx="2011680" cy="36576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3858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7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5月末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12280" y="4315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公開目標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011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STRUCTURE / ブランド構造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512064"/>
            <a:ext cx="8686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658368"/>
            <a:ext cx="8503920" cy="1417320"/>
          </a:xfrm>
          <a:prstGeom prst="rect">
            <a:avLst/>
          </a:prstGeom>
          <a:solidFill>
            <a:srgbClr val="FFF3DF"/>
          </a:solidFill>
          <a:ln w="19050">
            <a:solidFill>
              <a:srgbClr val="B889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58368"/>
            <a:ext cx="54864" cy="1417320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8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— 土台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A7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稀 車 屋（まれしゃ）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0" y="749808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希少車・カスタム車・ラッピング車を扱うことが大前提。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ここがブレると「ただのエンタメ系中古車屋」になる。稀車であることがブランドの根拠。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8503920" cy="1417320"/>
          </a:xfrm>
          <a:prstGeom prst="rect">
            <a:avLst/>
          </a:prstGeom>
          <a:solidFill>
            <a:srgbClr val="F8F8F6"/>
          </a:solidFill>
          <a:ln w="19050">
            <a:solidFill>
              <a:srgbClr val="BBBB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240280"/>
            <a:ext cx="54864" cy="141732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86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— 差別化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25786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人 と 物 語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0" y="2304288"/>
            <a:ext cx="41148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その車がなぜ稀なのか。誰が、どんな思いで選んだのか。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1台1台の物語をショート動画化し、インスタ・Shortsで発信。「この社長から買いたい」が最大の集客になる。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794760"/>
            <a:ext cx="8503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9136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「感情を動かす車。こだわりのある人のための車屋。」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" y="4443984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稀車であること（Layer 1）× 人・物語（Layer 2）= まれしゃにしか出せない世界観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011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STRATEGY / コンテンツ戦略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512064"/>
            <a:ext cx="8686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2179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稀車の物語を動画にして、インスタが集客する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1965960" cy="237744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98448"/>
            <a:ext cx="1965960" cy="36576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7556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稀車が入荷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希少車・カスタム車・前オーナーのストーリーがある車が入荷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0" y="2487168"/>
            <a:ext cx="210312" cy="0"/>
          </a:xfrm>
          <a:prstGeom prst="line">
            <a:avLst/>
          </a:prstGeom>
          <a:noFill/>
          <a:ln w="19050">
            <a:solidFill>
              <a:srgbClr val="9A71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96312" y="1298448"/>
            <a:ext cx="1965960" cy="2377440"/>
          </a:xfrm>
          <a:prstGeom prst="rect">
            <a:avLst/>
          </a:prstGeom>
          <a:solidFill>
            <a:srgbClr val="FFF3DF"/>
          </a:solidFill>
          <a:ln w="12700">
            <a:solidFill>
              <a:srgbClr val="B889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96312" y="1298448"/>
            <a:ext cx="1965960" cy="36576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15" name="Text 13"/>
          <p:cNvSpPr/>
          <p:nvPr/>
        </p:nvSpPr>
        <p:spPr>
          <a:xfrm>
            <a:off x="2633472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33472" y="17556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社長が語る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33472" y="224028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「なぜこの車か」「どんな人が乗っていたか」をインスタリール動画に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62272" y="2487168"/>
            <a:ext cx="210312" cy="0"/>
          </a:xfrm>
          <a:prstGeom prst="line">
            <a:avLst/>
          </a:prstGeom>
          <a:noFill/>
          <a:ln w="19050">
            <a:solidFill>
              <a:srgbClr val="9A71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72584" y="1298448"/>
            <a:ext cx="1965960" cy="237744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72584" y="1298448"/>
            <a:ext cx="1965960" cy="36576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21" name="Text 19"/>
          <p:cNvSpPr/>
          <p:nvPr/>
        </p:nvSpPr>
        <p:spPr>
          <a:xfrm>
            <a:off x="4809744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9744" y="17556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バズる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09744" y="224028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元ジャニーズの社長のエンタメ性がフックになり視聴・保存・シェア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38544" y="2487168"/>
            <a:ext cx="210312" cy="0"/>
          </a:xfrm>
          <a:prstGeom prst="line">
            <a:avLst/>
          </a:prstGeom>
          <a:noFill/>
          <a:ln w="19050">
            <a:solidFill>
              <a:srgbClr val="9A71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48856" y="1298448"/>
            <a:ext cx="1965960" cy="237744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48856" y="1298448"/>
            <a:ext cx="1965960" cy="36576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27" name="Text 25"/>
          <p:cNvSpPr/>
          <p:nvPr/>
        </p:nvSpPr>
        <p:spPr>
          <a:xfrm>
            <a:off x="6986016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86016" y="17556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問い合わせ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86016" y="224028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「この人から買いたい」でサイトへ。物語ごと購入or買取依頼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858768"/>
            <a:ext cx="8503920" cy="1005840"/>
          </a:xfrm>
          <a:prstGeom prst="rect">
            <a:avLst/>
          </a:prstGeom>
          <a:solidFill>
            <a:srgbClr val="EAF0FA"/>
          </a:solidFill>
          <a:ln w="12700">
            <a:solidFill>
              <a:srgbClr val="AABB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858768"/>
            <a:ext cx="54864" cy="1005840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A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車の物語を集める仕組み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2245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買取問い合わせフォームに「この車との思い出」「なぜ手放すのか」を記入欄として設ける。前オーナーの言葉がそのまま動画コンテンツのナレーション素材になる。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011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BUY-BACK STRATEGY / 買取戦略・差別化ポイント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512064"/>
            <a:ext cx="8686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2179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一般買取店が嫌がる稀車を、まれしゃは高値で買う。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3931920" cy="3520440"/>
          </a:xfrm>
          <a:prstGeom prst="rect">
            <a:avLst/>
          </a:prstGeom>
          <a:solidFill>
            <a:srgbClr val="FAEAEA"/>
          </a:solidFill>
          <a:ln w="12700">
            <a:solidFill>
              <a:srgbClr val="DDA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25880"/>
            <a:ext cx="3931920" cy="36576"/>
          </a:xfrm>
          <a:prstGeom prst="rect">
            <a:avLst/>
          </a:prstGeom>
          <a:solidFill>
            <a:srgbClr val="9B222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081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一般の買取店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稀車は値付けが難しいので買いたくない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売れるまでの在庫リスクが読めない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希少パーツの価値を正しく評価できない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カスタム車・ラッピング車はさらに苦手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結果、相場より大幅に低い査定額を提示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1325880"/>
            <a:ext cx="3931920" cy="3520440"/>
          </a:xfrm>
          <a:prstGeom prst="rect">
            <a:avLst/>
          </a:prstGeom>
          <a:solidFill>
            <a:srgbClr val="EDF7EF"/>
          </a:solidFill>
          <a:ln w="12700">
            <a:solidFill>
              <a:srgbClr val="AADD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325880"/>
            <a:ext cx="3931920" cy="36576"/>
          </a:xfrm>
          <a:prstGeom prst="rect">
            <a:avLst/>
          </a:prstGeom>
          <a:solidFill>
            <a:srgbClr val="1F6E2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4081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まれしゃ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稀車を売るのが得意 → 高値買取できる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在庫リスクをコントロールする仕入れ力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希少性・カスタムの価値を正しく評価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前オーナーの物語ごと引き取り、再販に活かす</a:t>
            </a:r>
            <a:endParaRPr lang="en-US" sz="11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オークション転売でも収益を出せる目利き力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011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TREE / サイトツリー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512064"/>
            <a:ext cx="8686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621792"/>
            <a:ext cx="3840480" cy="566928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62179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PAGE — HOME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0" cy="237744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426464"/>
            <a:ext cx="722376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26464"/>
            <a:ext cx="1371600" cy="868680"/>
          </a:xfrm>
          <a:prstGeom prst="rect">
            <a:avLst/>
          </a:prstGeom>
          <a:solidFill>
            <a:srgbClr val="FFF3DF"/>
          </a:solidFill>
          <a:ln w="19050">
            <a:solidFill>
              <a:srgbClr val="B889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904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APPRAISAL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20040" y="17282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買取・無料査定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225296"/>
            <a:ext cx="1371600" cy="201168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225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PRIORITY 1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719072" y="1426464"/>
            <a:ext cx="1371600" cy="86868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64792" y="14904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764792" y="17282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稀車在庫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63824" y="1426464"/>
            <a:ext cx="1371600" cy="86868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9544" y="14904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WRAPPING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209544" y="17282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ラッピング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08576" y="1426464"/>
            <a:ext cx="1371600" cy="86868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14904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654296" y="17282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コンテンツ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53328" y="1426464"/>
            <a:ext cx="1371600" cy="86868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9048" y="14904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099048" y="17282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まれしゃとは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98080" y="1426464"/>
            <a:ext cx="1371600" cy="86868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43800" y="14904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543800" y="17282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サポート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487168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" y="248716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無料査定フォーム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017520"/>
            <a:ext cx="1371600" cy="457200"/>
          </a:xfrm>
          <a:prstGeom prst="rect">
            <a:avLst/>
          </a:prstGeom>
          <a:solidFill>
            <a:srgbClr val="FFF3DF"/>
          </a:solidFill>
          <a:ln w="12700">
            <a:solidFill>
              <a:srgbClr val="B889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30175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車の物語フォーム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547872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" y="354787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買取の流れ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078224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0896" y="407822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買取実績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719072" y="2487168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55648" y="248716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稀車一覧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719072" y="301752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55648" y="30175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車両詳細ページ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719072" y="3547872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55648" y="354787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ラプター特集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719072" y="4078224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55648" y="407822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カスタム車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63824" y="2487168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0" y="248716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ラッピングとは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163824" y="301752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0" y="30175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施工ギャラリー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163824" y="3547872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0" y="354787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料金メニュー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163824" y="4078224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0" y="407822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見積依頼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08576" y="2487168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45152" y="248716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08576" y="301752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45152" y="30175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08576" y="3547872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45152" y="354787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ブログ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608576" y="4078224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45152" y="407822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お客様の声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053328" y="2487168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89904" y="248716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社長について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053328" y="301752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89904" y="30175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まれしゃとは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053328" y="3547872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089904" y="354787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会社概要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053328" y="4078224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89904" y="407822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メディア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498080" y="2487168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34656" y="248716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お問い合わせ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498080" y="301752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34656" y="30175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ローン案内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498080" y="3547872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34656" y="354787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保証・アフター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498080" y="4078224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34656" y="407822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全国納車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011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&amp; SCHEDULE / プラットフォームとスケジュール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512064"/>
            <a:ext cx="8686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658368"/>
            <a:ext cx="4160520" cy="425196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58368"/>
            <a:ext cx="4160520" cy="36576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7680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プラットフォーム選定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3886200" cy="804672"/>
          </a:xfrm>
          <a:prstGeom prst="rect">
            <a:avLst/>
          </a:prstGeom>
          <a:solidFill>
            <a:srgbClr val="FFF3DF"/>
          </a:solidFill>
          <a:ln w="12700">
            <a:solidFill>
              <a:srgbClr val="B889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18872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9A7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STUDIO（推奨）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16093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日本製 / 全日本語 / CMS標準搭載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10312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インターフェースが全部日本語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稀車詳細ページをCMSで管理しやすい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車の物語・動画埋め込みに柔軟対応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ClaudeでつくったHTMLをそのまま貼れる</a:t>
            </a:r>
            <a:endParaRPr lang="en-US" sz="1000" dirty="0"/>
          </a:p>
          <a:p>
            <a:pPr marL="342900" indent="-342900">
              <a:lnSpc>
                <a:spcPct val="170000"/>
              </a:lnSpc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月額 ¥1,190〜（Personal プラン）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658368"/>
            <a:ext cx="4206240" cy="425196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658368"/>
            <a:ext cx="4206240" cy="36576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7680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スケジュール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1207008"/>
            <a:ext cx="1005840" cy="1188720"/>
          </a:xfrm>
          <a:prstGeom prst="rect">
            <a:avLst/>
          </a:prstGeom>
          <a:solidFill>
            <a:srgbClr val="FFF3DF"/>
          </a:solidFill>
          <a:ln w="12700">
            <a:solidFill>
              <a:srgbClr val="B889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207008"/>
            <a:ext cx="1005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4月（今月）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97880" y="1207008"/>
            <a:ext cx="28346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207008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STUDIOアカウント作成・テスト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97880" y="1572768"/>
            <a:ext cx="28346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1572768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TOPページ・買取ページ設計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97880" y="1938528"/>
            <a:ext cx="28346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1938528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稀車詳細ページ設計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523744"/>
            <a:ext cx="1005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523744"/>
            <a:ext cx="1005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5月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97880" y="2523744"/>
            <a:ext cx="28346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2523744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全在庫20台をCMSに登録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97880" y="2889504"/>
            <a:ext cx="28346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2889504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社長ページ・ブランドストーリー制作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97880" y="3255264"/>
            <a:ext cx="28346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3255264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インスタ連携・テスト公開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3840480"/>
            <a:ext cx="1005840" cy="822960"/>
          </a:xfrm>
          <a:prstGeom prst="rect">
            <a:avLst/>
          </a:prstGeom>
          <a:solidFill>
            <a:srgbClr val="9A7130"/>
          </a:solidFill>
          <a:ln w="12700">
            <a:solidFill>
              <a:srgbClr val="B889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84048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5月末 OPEN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897880" y="3840480"/>
            <a:ext cx="28346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3840480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正式公開！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97880" y="4206240"/>
            <a:ext cx="28346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89320" y="4206240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インスタでオープン告知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011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ACTIONS / すぐ動くこと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512064"/>
            <a:ext cx="8686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658368"/>
            <a:ext cx="8503920" cy="96012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58368"/>
            <a:ext cx="621792" cy="960120"/>
          </a:xfrm>
          <a:prstGeom prst="rect">
            <a:avLst/>
          </a:prstGeom>
          <a:solidFill>
            <a:srgbClr val="FFF3DF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658368"/>
            <a:ext cx="621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7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950976"/>
            <a:ext cx="685800" cy="292608"/>
          </a:xfrm>
          <a:prstGeom prst="rect">
            <a:avLst/>
          </a:prstGeom>
          <a:solidFill>
            <a:srgbClr val="FFF3DF"/>
          </a:solidFill>
          <a:ln w="12700">
            <a:solidFill>
              <a:srgbClr val="B889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95097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今週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74980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STUDIOを無料プランで触ってみる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113385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デザインと在庫管理・動画埋め込みの感触を確認。使いやすければそのまま有料移行。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737360"/>
            <a:ext cx="8503920" cy="96012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737360"/>
            <a:ext cx="621792" cy="960120"/>
          </a:xfrm>
          <a:prstGeom prst="rect">
            <a:avLst/>
          </a:prstGeom>
          <a:solidFill>
            <a:srgbClr val="FFF3DF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1737360"/>
            <a:ext cx="621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7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2029968"/>
            <a:ext cx="685800" cy="292608"/>
          </a:xfrm>
          <a:prstGeom prst="rect">
            <a:avLst/>
          </a:prstGeom>
          <a:solidFill>
            <a:srgbClr val="FFF3DF"/>
          </a:solidFill>
          <a:ln w="12700">
            <a:solidFill>
              <a:srgbClr val="B889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202996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今月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" y="18288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稀車買取の差別化コピーを確定する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2212848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「一般買取店が嫌がる稀車を、まれしゃは高値で買う」をベースに、サイトとSNS用のコピーを決める。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816352"/>
            <a:ext cx="8503920" cy="96012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816352"/>
            <a:ext cx="621792" cy="960120"/>
          </a:xfrm>
          <a:prstGeom prst="rect">
            <a:avLst/>
          </a:prstGeom>
          <a:solidFill>
            <a:srgbClr val="FFF3DF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816352"/>
            <a:ext cx="621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7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46720" y="3108960"/>
            <a:ext cx="685800" cy="292608"/>
          </a:xfrm>
          <a:prstGeom prst="rect">
            <a:avLst/>
          </a:prstGeom>
          <a:solidFill>
            <a:srgbClr val="FFF3DF"/>
          </a:solidFill>
          <a:ln w="12700">
            <a:solidFill>
              <a:srgbClr val="B889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31089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" y="290779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TOPページのコピーを確定させる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78992" y="3291840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「感情を動かす車。こだわりのある人のための車屋。」をベースにCY GARAGEらしい言葉に磨く。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895344"/>
            <a:ext cx="8503920" cy="96012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895344"/>
            <a:ext cx="621792" cy="960120"/>
          </a:xfrm>
          <a:prstGeom prst="rect">
            <a:avLst/>
          </a:prstGeom>
          <a:solidFill>
            <a:srgbClr val="FFF3DF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3895344"/>
            <a:ext cx="621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7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046720" y="4187952"/>
            <a:ext cx="685800" cy="292608"/>
          </a:xfrm>
          <a:prstGeom prst="rect">
            <a:avLst/>
          </a:prstGeom>
          <a:solidFill>
            <a:srgbClr val="FFF3DF"/>
          </a:solidFill>
          <a:ln w="12700">
            <a:solidFill>
              <a:srgbClr val="B889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0" y="41879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" y="398678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車の物語フォームの質問項目を決める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78992" y="437083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買取問い合わせ時に「この車との思い出」「手放す理由」を聞く設計。動画コンテンツの素材になる。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 GARAGE まれしゃ — 稀車屋として戦う</dc:title>
  <dc:subject>PptxGenJS Presentation</dc:subject>
  <dc:creator>PptxGenJS</dc:creator>
  <cp:lastModifiedBy>PptxGenJS</cp:lastModifiedBy>
  <cp:revision>1</cp:revision>
  <dcterms:created xsi:type="dcterms:W3CDTF">2026-04-14T12:11:17Z</dcterms:created>
  <dcterms:modified xsi:type="dcterms:W3CDTF">2026-04-14T12:11:17Z</dcterms:modified>
</cp:coreProperties>
</file>