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" y="502920"/>
            <a:ext cx="886968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PLANNING DOCUMENT — 2026.04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68580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spc="3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CY GARAGE</a:t>
            </a:r>
            <a:endParaRPr lang="en-US" sz="5200" dirty="0"/>
          </a:p>
          <a:p>
            <a:pPr indent="0" marL="0">
              <a:buNone/>
            </a:pPr>
            <a:r>
              <a:rPr lang="en-US" sz="5200" spc="300" kern="0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まれしゃ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200" kern="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Webサイト制作計画 / Brand Concept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0" y="685800"/>
            <a:ext cx="2286000" cy="1645920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68580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感情を動かす車。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こだわりのある人のための車屋。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657600"/>
            <a:ext cx="85039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749040"/>
            <a:ext cx="2011680" cy="10058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749040"/>
            <a:ext cx="201168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38039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" y="4279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厳選在庫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14600" y="3749040"/>
            <a:ext cx="2011680" cy="10058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14600" y="3749040"/>
            <a:ext cx="201168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6" name="Text 14"/>
          <p:cNvSpPr/>
          <p:nvPr/>
        </p:nvSpPr>
        <p:spPr>
          <a:xfrm>
            <a:off x="2514600" y="38039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STUDIO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4600" y="4279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プラットフォーム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663440" y="3749040"/>
            <a:ext cx="2011680" cy="10058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749040"/>
            <a:ext cx="201168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38039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5月末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663440" y="4279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公開目標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12280" y="3749040"/>
            <a:ext cx="2011680" cy="100584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12280" y="3749040"/>
            <a:ext cx="201168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3803904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SNS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812280" y="42793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インスタ集客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CONCEPT / ブランドコンセプト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303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8503920" cy="1325880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58368"/>
            <a:ext cx="54864" cy="132588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658368"/>
            <a:ext cx="8138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感情を動かす車。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こだわりのある人のための車屋。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0040" y="2148840"/>
            <a:ext cx="2743200" cy="274320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148840"/>
            <a:ext cx="274320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5786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人が稀れ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999232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「まれしゃ」のまれは車だけじゃない。車を移動手段ではなく自分の一部として選ぶ感性を持つ人が稀れ。そういう人のための店。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2148840"/>
            <a:ext cx="2743200" cy="274320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148840"/>
            <a:ext cx="274320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5786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エンタメが差別化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2999232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元ジャニーズの社長がインスタで発信する「ベッドから語る希少車」が話題。「この人から買いたい」が最大の競合優位性。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80760" y="2148840"/>
            <a:ext cx="2743200" cy="274320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80760" y="2148840"/>
            <a:ext cx="274320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226771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63640" y="25786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物語がある車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2999232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ラプターでもカスタムベンツでも「なぜこの車か」の理由がある。20台全てに社長の目利きと言葉を添える。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 / ターゲット顧客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303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21792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「ガリバーで同じ値段なら、ここに来てみよう」と思える人に届ける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069080" cy="3383280"/>
          </a:xfrm>
          <a:prstGeom prst="rect">
            <a:avLst/>
          </a:prstGeom>
          <a:solidFill>
            <a:srgbClr val="EDF7EF"/>
          </a:solidFill>
          <a:ln w="12700">
            <a:solidFill>
              <a:srgbClr val="AADDA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554480"/>
            <a:ext cx="4069080" cy="36576"/>
          </a:xfrm>
          <a:prstGeom prst="rect">
            <a:avLst/>
          </a:prstGeom>
          <a:solidFill>
            <a:srgbClr val="1F6E2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6276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E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この人に届けたい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最初に乗った車を今でも覚えている人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車を「感情」で選ぶ人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インスタで社長を見て「面白い」と思った人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こだわりはあるが希少車マニアではない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ちょっとカスタムしたベンツに惹かれる人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4069080" cy="3383280"/>
          </a:xfrm>
          <a:prstGeom prst="rect">
            <a:avLst/>
          </a:prstGeom>
          <a:solidFill>
            <a:srgbClr val="FAEAEA"/>
          </a:solidFill>
          <a:ln w="12700">
            <a:solidFill>
              <a:srgbClr val="DDAAA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54480"/>
            <a:ext cx="4069080" cy="36576"/>
          </a:xfrm>
          <a:prstGeom prst="rect">
            <a:avLst/>
          </a:prstGeom>
          <a:solidFill>
            <a:srgbClr val="9B22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162763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無理に振り向かせなくていい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029968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車は移動手段と割り切っている人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とにかく安ければいい人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エンタメ系スタイルに違和感がある人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大手ディーラーの安心感だけを求める人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TREE / サイトツリー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303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621792"/>
            <a:ext cx="4023360" cy="59436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621792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PAGE — HOME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216152"/>
            <a:ext cx="0" cy="256032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1481328"/>
            <a:ext cx="7223760" cy="0"/>
          </a:xfrm>
          <a:prstGeom prst="line">
            <a:avLst/>
          </a:prstGeom>
          <a:noFill/>
          <a:ln w="12700">
            <a:solidFill>
              <a:srgbClr val="BBBBB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481328"/>
            <a:ext cx="1371600" cy="914400"/>
          </a:xfrm>
          <a:prstGeom prst="rect">
            <a:avLst/>
          </a:prstGeom>
          <a:solidFill>
            <a:srgbClr val="FFF3DF"/>
          </a:solidFill>
          <a:ln w="19050">
            <a:solidFill>
              <a:srgbClr val="B889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APPRAISAL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20040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買取・無料査定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280160"/>
            <a:ext cx="1371600" cy="201168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2801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PRIORITY 1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1719072" y="1481328"/>
            <a:ext cx="1371600" cy="91440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764792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在庫車両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63824" y="1481328"/>
            <a:ext cx="1371600" cy="91440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WRAPPING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209544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ラッピング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08576" y="1481328"/>
            <a:ext cx="1371600" cy="91440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54296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654296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コンテンツ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53328" y="1481328"/>
            <a:ext cx="1371600" cy="91440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99048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99048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社長について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1481328"/>
            <a:ext cx="1371600" cy="91440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43800" y="15544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543800" y="180136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サポート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60604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606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無料査定フォーム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15468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3154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買取の流れ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37033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7033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買取実績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25196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FAQ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719072" y="260604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764792" y="2606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在庫一覧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719072" y="315468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64792" y="3154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車両詳細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719072" y="37033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64792" y="37033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ラプター特集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719072" y="425196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764792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カスタム車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63824" y="260604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9544" y="2606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ラッピングとは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163824" y="315468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9544" y="3154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施工ギャラリー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163824" y="37033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209544" y="37033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料金メニュー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163824" y="425196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9544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見積依頼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608576" y="260604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654296" y="2606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Instagram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08576" y="315468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54296" y="3154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YouTube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608576" y="37033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654296" y="37033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ブログ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608576" y="425196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654296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お客様の声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6053328" y="260604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099048" y="2606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社長について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053328" y="315468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99048" y="3154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まれしゃとは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053328" y="37033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099048" y="37033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会社概要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053328" y="425196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99048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メディア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98080" y="260604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543800" y="2606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お問い合わせ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498080" y="315468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543800" y="3154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ローン案内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498080" y="37033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43800" y="37033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保証・アフター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498080" y="425196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3800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全国納車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&amp; SCHEDULE / プラットフォームとスケジュール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303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4160520" cy="429768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58368"/>
            <a:ext cx="416052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768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プラットフォーム選定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34440"/>
            <a:ext cx="3886200" cy="822960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2344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6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STUDIO（推奨）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6733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日本製 / 全日本語 / CMS標準搭載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2148840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インターフェースが全部日本語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車の在庫管理がCMSで直感的に可能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デザイン自由度が高く高級感を出しやすい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ClaudeでつくったHTMLをそのまま貼れる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月額 ¥1,190〜（Personal プラン）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658368"/>
            <a:ext cx="4206240" cy="429768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658368"/>
            <a:ext cx="4206240" cy="36576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7680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スケジュール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00600" y="1261872"/>
            <a:ext cx="1005840" cy="1188720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61872"/>
            <a:ext cx="1005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4月（今月）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897880" y="1261872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26187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STUDIOアカウント作成・テスト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97880" y="1627632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89320" y="162763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TOPページ・買取ページ設計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97880" y="1993392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89320" y="1993392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車両撮影場所を確保・撮影実施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578608"/>
            <a:ext cx="1005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578608"/>
            <a:ext cx="1005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897880" y="2578608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257860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全在庫20台をCMSに登録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897880" y="2944368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294436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社長ページ・ブランドストーリー制作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897880" y="3310128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89320" y="3310128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インスタ連携・テスト公開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895344"/>
            <a:ext cx="1005840" cy="822960"/>
          </a:xfrm>
          <a:prstGeom prst="rect">
            <a:avLst/>
          </a:prstGeom>
          <a:solidFill>
            <a:srgbClr val="9A7130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95344"/>
            <a:ext cx="1005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5月末 OPEN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897880" y="3895344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389534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正式公開！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897880" y="4261104"/>
            <a:ext cx="283464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89320" y="4261104"/>
            <a:ext cx="2651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インスタでオープン告知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9A713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201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" y="201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300" kern="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ACTIONS / すぐ動くこと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82880" y="530352"/>
            <a:ext cx="868680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658368"/>
            <a:ext cx="8503920" cy="96012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658368"/>
            <a:ext cx="621792" cy="960120"/>
          </a:xfrm>
          <a:prstGeom prst="rect">
            <a:avLst/>
          </a:prstGeom>
          <a:solidFill>
            <a:srgbClr val="FFF3D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658368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046720" y="950976"/>
            <a:ext cx="685800" cy="301752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950976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78992" y="74980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STUDIOを無料プランで触ってみる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1133856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無料プランでデザインと在庫管理の感触を確認。使いやすければそのまま有料移行。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37360"/>
            <a:ext cx="8503920" cy="96012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1737360"/>
            <a:ext cx="621792" cy="960120"/>
          </a:xfrm>
          <a:prstGeom prst="rect">
            <a:avLst/>
          </a:prstGeom>
          <a:solidFill>
            <a:srgbClr val="FFF3DF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737360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2029968"/>
            <a:ext cx="685800" cy="301752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029968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今月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78992" y="182880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車両撮影場所を確保する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78992" y="2212848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キャルウイングのようなロゴ入り倉庫か、屋外のかっこいいロケーション。写真の質がサイトの質になる。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0040" y="2816352"/>
            <a:ext cx="8503920" cy="96012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816352"/>
            <a:ext cx="621792" cy="960120"/>
          </a:xfrm>
          <a:prstGeom prst="rect">
            <a:avLst/>
          </a:prstGeom>
          <a:solidFill>
            <a:srgbClr val="FFF3DF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2816352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685800" cy="301752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3108960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8992" y="290779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TOPページのコピーを確定させる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78992" y="3291840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「感情を動かす車。こだわりのある人のための車屋。」をベースにCY GARAGEらしい言葉に磨く。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895344"/>
            <a:ext cx="8503920" cy="960120"/>
          </a:xfrm>
          <a:prstGeom prst="rect">
            <a:avLst/>
          </a:prstGeom>
          <a:solidFill>
            <a:srgbClr val="F2F2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" y="3895344"/>
            <a:ext cx="621792" cy="960120"/>
          </a:xfrm>
          <a:prstGeom prst="rect">
            <a:avLst/>
          </a:prstGeom>
          <a:solidFill>
            <a:srgbClr val="FFF3DF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" y="3895344"/>
            <a:ext cx="6217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A713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046720" y="4187952"/>
            <a:ext cx="685800" cy="301752"/>
          </a:xfrm>
          <a:prstGeom prst="rect">
            <a:avLst/>
          </a:prstGeom>
          <a:solidFill>
            <a:srgbClr val="FFF3DF"/>
          </a:solidFill>
          <a:ln w="12700">
            <a:solidFill>
              <a:srgbClr val="B889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0" y="4187952"/>
            <a:ext cx="685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A7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" y="398678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壊れた車のエピソードを文章化する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78992" y="4370832"/>
            <a:ext cx="6858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納車1ヶ月でレッカー→工場で褒められた話。これをブランドストーリーとしてサイトに載せる。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 GARAGE まれしゃ — Webサイト制作計画</dc:title>
  <dc:subject>PptxGenJS Presentation</dc:subject>
  <dc:creator>PptxGenJS</dc:creator>
  <cp:lastModifiedBy>PptxGenJS</cp:lastModifiedBy>
  <cp:revision>1</cp:revision>
  <dcterms:created xsi:type="dcterms:W3CDTF">2026-04-13T13:01:55Z</dcterms:created>
  <dcterms:modified xsi:type="dcterms:W3CDTF">2026-04-13T13:01:55Z</dcterms:modified>
</cp:coreProperties>
</file>