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274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PLANNING DOCUMENT — 2026.04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 GARAGE</a:t>
            </a:r>
            <a:endParaRPr lang="en-US" sz="5200" dirty="0"/>
          </a:p>
          <a:p>
            <a:pPr indent="0" marL="0">
              <a:buNone/>
            </a:pPr>
            <a:r>
              <a:rPr lang="en-US" sz="5200" spc="300" kern="0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まれしゃ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Webサイト制作計画 / Brand Concept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2377440" cy="164592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731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感情を動かす車。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こだわりのある人のための車屋。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9202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厳選在庫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840480"/>
            <a:ext cx="19202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840480"/>
            <a:ext cx="19202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公開目標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840480"/>
            <a:ext cx="19202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インスタ集客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CONCEPT / ブランドコンセプト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37160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感情を動かす車。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こだわりのある人のための車屋。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40280"/>
            <a:ext cx="265176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人が稀れ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「まれしゃ」のまれは車だけじゃない。車を移動手段ではなく自分の一部として選ぶ感性を持つ人が稀れ。そういう人のための店。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65176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240280"/>
            <a:ext cx="265176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エンタメが差別化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154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元ジャニーズの社長がインスタで発信する「ベッドから語る希少車」が話題。「この人から買いたい」が最大の競合優位性。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240280"/>
            <a:ext cx="265176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物語がある車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154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ラプターでもカスタムベンツでも「なぜこの車か」の理由がある。20台全てに社長の目利きと言葉を添える。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/ ターゲット顧客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「ガリバーで同じ値段なら、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ここに来てみよう」と思える人に届ける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931920" cy="32004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3931920" cy="36576"/>
          </a:xfrm>
          <a:prstGeom prst="rect">
            <a:avLst/>
          </a:prstGeom>
          <a:solidFill>
            <a:srgbClr val="5FBC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この人に届けたい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最初に乗った車を今でも覚えている人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車を「感情」で選ぶ人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インスタで社長を見て「面白い」と思った人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こだわりはあるが希少車マニアではない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ちょっとカスタムしたベンツに惹かれる人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02336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45920"/>
            <a:ext cx="4023360" cy="36576"/>
          </a:xfrm>
          <a:prstGeom prst="rect">
            <a:avLst/>
          </a:prstGeom>
          <a:solidFill>
            <a:srgbClr val="BC5F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無理に振り向かせなくていい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車は移動手段と割り切っている人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とにかく安ければいい人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エンタメ系スタイルに違和感がある人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大手ディーラーの安心感だけを求める人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TREE / サイトツリー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0" y="640080"/>
            <a:ext cx="4023360" cy="640080"/>
          </a:xfrm>
          <a:prstGeom prst="rect">
            <a:avLst/>
          </a:prstGeom>
          <a:solidFill>
            <a:srgbClr val="A8893E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640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PAGE — HOME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274320"/>
          </a:xfrm>
          <a:prstGeom prst="line">
            <a:avLst/>
          </a:prstGeom>
          <a:noFill/>
          <a:ln w="12700">
            <a:solidFill>
              <a:srgbClr val="A889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00200"/>
            <a:ext cx="72237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00200"/>
            <a:ext cx="1371600" cy="914400"/>
          </a:xfrm>
          <a:prstGeom prst="rect">
            <a:avLst/>
          </a:prstGeom>
          <a:solidFill>
            <a:srgbClr val="3A2A00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買取・無料査定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99032"/>
            <a:ext cx="1371600" cy="20116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399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PRIORITY 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19072" y="1600200"/>
            <a:ext cx="13716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64792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在庫車両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600200"/>
            <a:ext cx="13716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9544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09544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600200"/>
            <a:ext cx="13716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54296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コンテンツ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53328" y="1600200"/>
            <a:ext cx="13716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99048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社長について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1600200"/>
            <a:ext cx="13716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54380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無料査定フォーム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買取の流れ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買取実績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19072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64792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在庫一覧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19072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64792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車両詳細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19072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64792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ラプター特集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19072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64792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カスタム車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63824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9544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ラッピングとは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63824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9544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施工ギャラリー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63824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9544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料金メニュー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63824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9544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見積依頼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08576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54296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08576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54296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08576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54296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08576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54296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お客様の声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53328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99048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社長について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53328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99048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まれしゃとは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053328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99048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会社概要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53328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99048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メディア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98080" y="274320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43800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498080" y="329184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43800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ローン案内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498080" y="384048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4380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保証・アフター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98080" y="4389120"/>
            <a:ext cx="137160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3800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全国納車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SCHEDULE / プラットフォームとスケジュール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14800" cy="4114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5800"/>
            <a:ext cx="41148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04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プラットフォーム選定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840480" cy="82296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STUDIO（推奨）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日本製 / 全日本語 / CMS標準搭載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インターフェースが全部日本語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車の在庫管理がCMSで直感的に可能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デザイン自由度が高く高級感を出しやすい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ClaudeでつくったHTMLをそのまま貼れる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¥1,190〜（Personal プラン）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685800"/>
            <a:ext cx="4206240" cy="4114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685800"/>
            <a:ext cx="420624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04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280160"/>
            <a:ext cx="1005840" cy="1453896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325880"/>
            <a:ext cx="100584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4月（今月）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1280160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2801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STUDIOアカウント作成・テスト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719072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7190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TOPページ・買取ページ設計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157984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1579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車両撮影場所を確保・撮影実施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25496"/>
            <a:ext cx="1005840" cy="145389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871216"/>
            <a:ext cx="100584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2825496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825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全在庫20台をCMSに登録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3264408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2644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社長ページ・ブランドストーリー制作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3703320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703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インスタ連携・テスト公開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370832"/>
            <a:ext cx="1005840" cy="101498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416552"/>
            <a:ext cx="10058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5月末 OPEN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4370832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43708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正式公開！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4809744"/>
            <a:ext cx="28346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48097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インスタでオープン告知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 / すぐ動くこと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640080" cy="960120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914400"/>
            <a:ext cx="731520" cy="32004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914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7132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STUDIOを無料プランで触ってみる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078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無料プランでデザインと在庫管理の感触を確認。使いやすければそのまま有料移行。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19072"/>
            <a:ext cx="640080" cy="960120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1907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993392"/>
            <a:ext cx="731520" cy="32004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17922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車両撮影場所を確保する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15798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キャルウイングのようなロゴ入り倉庫か、屋外のかっこいいロケーション。写真の質がサイトの質になる。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98064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98064"/>
            <a:ext cx="640080" cy="960120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98064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3072384"/>
            <a:ext cx="731520" cy="32004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07238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287121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TOPページのコピーを確定させる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23697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「感情を動かす車。こだわりのある人のための車屋。」をベースにCY GARAGEらしい言葉に磨く。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77056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77056"/>
            <a:ext cx="640080" cy="960120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877056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55280" y="4151376"/>
            <a:ext cx="731520" cy="320040"/>
          </a:xfrm>
          <a:prstGeom prst="rect">
            <a:avLst/>
          </a:prstGeom>
          <a:solidFill>
            <a:srgbClr val="3A2A00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4151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95020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壊れた車のエピソードを文章化する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3159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納車1ヶ月でレッカー→工場で褒められた話。これをブランドストーリーとしてサイトに載せる。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 GARAGE まれしゃ — Webサイト制作計画</dc:title>
  <dc:subject>PptxGenJS Presentation</dc:subject>
  <dc:creator>PptxGenJS</dc:creator>
  <cp:lastModifiedBy>PptxGenJS</cp:lastModifiedBy>
  <cp:revision>1</cp:revision>
  <dcterms:created xsi:type="dcterms:W3CDTF">2026-04-13T12:43:00Z</dcterms:created>
  <dcterms:modified xsi:type="dcterms:W3CDTF">2026-04-13T12:43:00Z</dcterms:modified>
</cp:coreProperties>
</file>